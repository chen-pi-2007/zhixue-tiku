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08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290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87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24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69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52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96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838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441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227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76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22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99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AI</a:t>
            </a:r>
            <a:r>
              <a:rPr lang="zh-CN" altLang="en-US" dirty="0" smtClean="0"/>
              <a:t>参加高考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2024</a:t>
            </a:r>
            <a:r>
              <a:rPr lang="zh-CN" altLang="en-US" dirty="0" smtClean="0"/>
              <a:t>年，</a:t>
            </a:r>
            <a:r>
              <a:rPr lang="en-US" altLang="zh-CN" dirty="0" smtClean="0"/>
              <a:t>9</a:t>
            </a:r>
            <a:r>
              <a:rPr lang="zh-CN" altLang="en-US" dirty="0" smtClean="0"/>
              <a:t>款顶尖</a:t>
            </a:r>
            <a:r>
              <a:rPr lang="en-US" altLang="zh-CN" dirty="0" smtClean="0"/>
              <a:t>AI</a:t>
            </a:r>
            <a:r>
              <a:rPr lang="zh-CN" altLang="en-US" dirty="0" smtClean="0"/>
              <a:t>大模型参加了这场“特别的高考”，它们分别来自</a:t>
            </a:r>
            <a:r>
              <a:rPr lang="en-US" altLang="zh-CN" dirty="0" err="1" smtClean="0"/>
              <a:t>OpenAI</a:t>
            </a:r>
            <a:r>
              <a:rPr lang="zh-CN" altLang="en-US" dirty="0" smtClean="0"/>
              <a:t>、百度、阿里、腾讯、字节跳动等知名公司，以及百川智能、智谱</a:t>
            </a:r>
            <a:r>
              <a:rPr lang="en-US" altLang="zh-CN" dirty="0" smtClean="0"/>
              <a:t>AI</a:t>
            </a:r>
            <a:r>
              <a:rPr lang="zh-CN" altLang="en-US" dirty="0" smtClean="0"/>
              <a:t>、月之暗面科技和</a:t>
            </a:r>
            <a:r>
              <a:rPr lang="en-US" altLang="zh-CN" dirty="0" err="1" smtClean="0"/>
              <a:t>MiniMax</a:t>
            </a:r>
            <a:r>
              <a:rPr lang="zh-CN" altLang="en-US" dirty="0" smtClean="0"/>
              <a:t>等新锐企业。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8541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AI</a:t>
            </a:r>
            <a:r>
              <a:rPr lang="zh-CN" altLang="en-US" dirty="0" smtClean="0"/>
              <a:t>模型到底能拿几分？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249764"/>
              </p:ext>
            </p:extLst>
          </p:nvPr>
        </p:nvGraphicFramePr>
        <p:xfrm>
          <a:off x="1062680" y="1690688"/>
          <a:ext cx="10553535" cy="3719390"/>
        </p:xfrm>
        <a:graphic>
          <a:graphicData uri="http://schemas.openxmlformats.org/drawingml/2006/table">
            <a:tbl>
              <a:tblPr firstRow="1" firstCol="1" bandRow="1">
                <a:tableStyleId>{1E171933-4619-4E11-9A3F-F7608DF75F80}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72044104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1211524955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3261118808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1981020439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2632603032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845745276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349561483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4259123016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306793695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1044993981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1078198617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671941017"/>
                    </a:ext>
                  </a:extLst>
                </a:gridCol>
              </a:tblGrid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大模型产品</a:t>
                      </a:r>
                      <a:endParaRPr lang="zh-CN" alt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数学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语文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英语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历史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地理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政治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物理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化学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生物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文科总分</a:t>
                      </a:r>
                      <a:endParaRPr lang="zh-CN" alt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理科总分</a:t>
                      </a:r>
                      <a:endParaRPr lang="zh-CN" alt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1875205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GPT-4o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66.0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120.0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139.0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81.0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68.0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88.0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51.0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42.0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51.5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562.0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469.5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3643303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Kimi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100.0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127.0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72.5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58.5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65.0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32.0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34.0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41.0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462.0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373.0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57684347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MiniMax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38.5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104.5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127.0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67.5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53.5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63.0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36.5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46.5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454.0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392.0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8650828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百小应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44.0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128.0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139.0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72.0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55.0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83.0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24.5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47.5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56.0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521.0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439.0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1130386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腾讯元宝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120.5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118.0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73.0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70.0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27.5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36.0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47.0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459.5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388.0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28124584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通义千问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35.0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111.0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131.5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82.0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44.0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75.0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18.0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37.0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62.0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478.5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394.5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6194699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文心</a:t>
                      </a:r>
                      <a:r>
                        <a:rPr lang="en-US" altLang="zh-CN" sz="1800" b="1" u="none" strike="noStrike">
                          <a:effectLst/>
                        </a:rPr>
                        <a:t>4.0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62.5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119.0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137.5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78.0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61.5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79.0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54.5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40.0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65.0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537.5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478.5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25057542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智谱清言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37.0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102.5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134.5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60.5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64.0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13.5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24.0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50.5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437.5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362.0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59131733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字节豆包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61.5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125.5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131.0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82.5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62.0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80.0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42.5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49.5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56.5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542.5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466.5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3132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6715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AI</a:t>
            </a:r>
            <a:r>
              <a:rPr lang="zh-CN" altLang="en-US" dirty="0" smtClean="0"/>
              <a:t>也是个偏科生！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在这场别开生面的</a:t>
            </a:r>
            <a:r>
              <a:rPr lang="en-US" altLang="zh-CN" dirty="0" smtClean="0"/>
              <a:t>AI</a:t>
            </a:r>
            <a:r>
              <a:rPr lang="zh-CN" altLang="en-US" dirty="0" smtClean="0"/>
              <a:t>高考中，各大模型的表现各有千秋。在文科领域，它们展现了博闻强记的天赋，特别是</a:t>
            </a:r>
            <a:r>
              <a:rPr lang="en-US" altLang="zh-CN" dirty="0" smtClean="0"/>
              <a:t>GPT-4o</a:t>
            </a:r>
            <a:r>
              <a:rPr lang="zh-CN" altLang="en-US" dirty="0" smtClean="0"/>
              <a:t>、字节豆包、文心</a:t>
            </a:r>
            <a:r>
              <a:rPr lang="en-US" altLang="zh-CN" dirty="0" smtClean="0"/>
              <a:t>4.0</a:t>
            </a:r>
            <a:r>
              <a:rPr lang="zh-CN" altLang="en-US" dirty="0" smtClean="0"/>
              <a:t>和百川</a:t>
            </a:r>
            <a:r>
              <a:rPr lang="en-US" altLang="zh-CN" dirty="0" smtClean="0"/>
              <a:t>4.0</a:t>
            </a:r>
            <a:r>
              <a:rPr lang="zh-CN" altLang="en-US" dirty="0" smtClean="0"/>
              <a:t>，在历史和政治科目中成绩斐然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但大</a:t>
            </a:r>
            <a:r>
              <a:rPr lang="zh-CN" altLang="en-US" dirty="0"/>
              <a:t>模型在数学考试中的表现，颠覆了人们“数学一直都是计算机强项”的印象。这一结果不禁让人怀疑，大模型在数学领域的能力是否真的不足？通过分析发现：大模型在解决数学问题时，似乎只能应对那些推理步骤相对简单的题目。一旦问题变得复杂，涉及更深层次的推导和证明，大模型的表现就大打折扣。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84474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341</Words>
  <Application>Microsoft Office PowerPoint</Application>
  <PresentationFormat>宽屏</PresentationFormat>
  <Paragraphs>126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AI参加高考</vt:lpstr>
      <vt:lpstr>AI模型到底能拿几分？</vt:lpstr>
      <vt:lpstr>AI也是个偏科生！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AI也是个偏科生</dc:title>
  <dc:creator>User</dc:creator>
  <cp:lastModifiedBy>xylina‘dell</cp:lastModifiedBy>
  <cp:revision>6</cp:revision>
  <dcterms:created xsi:type="dcterms:W3CDTF">2024-07-03T08:36:14Z</dcterms:created>
  <dcterms:modified xsi:type="dcterms:W3CDTF">2024-07-05T02:36:09Z</dcterms:modified>
</cp:coreProperties>
</file>