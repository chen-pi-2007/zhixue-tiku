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15" autoAdjust="0"/>
    <p:restoredTop sz="94660"/>
  </p:normalViewPr>
  <p:slideViewPr>
    <p:cSldViewPr snapToGrid="0">
      <p:cViewPr varScale="1">
        <p:scale>
          <a:sx n="76" d="100"/>
          <a:sy n="76" d="100"/>
        </p:scale>
        <p:origin x="132" y="2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60169-766E-4FA4-81AE-2FDBCB051B7A}" type="datetimeFigureOut">
              <a:rPr lang="zh-CN" altLang="en-US" smtClean="0"/>
              <a:t>2024/7/4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B8327-E6F2-476F-B6DD-1CA3ACB4AC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3071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60169-766E-4FA4-81AE-2FDBCB051B7A}" type="datetimeFigureOut">
              <a:rPr lang="zh-CN" altLang="en-US" smtClean="0"/>
              <a:t>2024/7/4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B8327-E6F2-476F-B6DD-1CA3ACB4AC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7714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60169-766E-4FA4-81AE-2FDBCB051B7A}" type="datetimeFigureOut">
              <a:rPr lang="zh-CN" altLang="en-US" smtClean="0"/>
              <a:t>2024/7/4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B8327-E6F2-476F-B6DD-1CA3ACB4AC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87796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60169-766E-4FA4-81AE-2FDBCB051B7A}" type="datetimeFigureOut">
              <a:rPr lang="zh-CN" altLang="en-US" smtClean="0"/>
              <a:t>2024/7/4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B8327-E6F2-476F-B6DD-1CA3ACB4AC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2624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60169-766E-4FA4-81AE-2FDBCB051B7A}" type="datetimeFigureOut">
              <a:rPr lang="zh-CN" altLang="en-US" smtClean="0"/>
              <a:t>2024/7/4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B8327-E6F2-476F-B6DD-1CA3ACB4AC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1451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60169-766E-4FA4-81AE-2FDBCB051B7A}" type="datetimeFigureOut">
              <a:rPr lang="zh-CN" altLang="en-US" smtClean="0"/>
              <a:t>2024/7/4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B8327-E6F2-476F-B6DD-1CA3ACB4AC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26442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60169-766E-4FA4-81AE-2FDBCB051B7A}" type="datetimeFigureOut">
              <a:rPr lang="zh-CN" altLang="en-US" smtClean="0"/>
              <a:t>2024/7/4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B8327-E6F2-476F-B6DD-1CA3ACB4AC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3608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60169-766E-4FA4-81AE-2FDBCB051B7A}" type="datetimeFigureOut">
              <a:rPr lang="zh-CN" altLang="en-US" smtClean="0"/>
              <a:t>2024/7/4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B8327-E6F2-476F-B6DD-1CA3ACB4AC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4268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60169-766E-4FA4-81AE-2FDBCB051B7A}" type="datetimeFigureOut">
              <a:rPr lang="zh-CN" altLang="en-US" smtClean="0"/>
              <a:t>2024/7/4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B8327-E6F2-476F-B6DD-1CA3ACB4AC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97391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60169-766E-4FA4-81AE-2FDBCB051B7A}" type="datetimeFigureOut">
              <a:rPr lang="zh-CN" altLang="en-US" smtClean="0"/>
              <a:t>2024/7/4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B8327-E6F2-476F-B6DD-1CA3ACB4AC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64337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60169-766E-4FA4-81AE-2FDBCB051B7A}" type="datetimeFigureOut">
              <a:rPr lang="zh-CN" altLang="en-US" smtClean="0"/>
              <a:t>2024/7/4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9B8327-E6F2-476F-B6DD-1CA3ACB4AC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46496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E60169-766E-4FA4-81AE-2FDBCB051B7A}" type="datetimeFigureOut">
              <a:rPr lang="zh-CN" altLang="en-US" smtClean="0"/>
              <a:t>2024/7/4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9B8327-E6F2-476F-B6DD-1CA3ACB4ACA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1089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 smtClean="0"/>
              <a:t>2023</a:t>
            </a:r>
            <a:r>
              <a:rPr lang="zh-CN" altLang="en-US" dirty="0" smtClean="0"/>
              <a:t>年江苏</a:t>
            </a:r>
            <a:r>
              <a:rPr lang="en-US" altLang="zh-CN" dirty="0" smtClean="0"/>
              <a:t>13</a:t>
            </a:r>
            <a:r>
              <a:rPr lang="zh-CN" altLang="en-US" dirty="0" smtClean="0"/>
              <a:t>市</a:t>
            </a:r>
            <a:r>
              <a:rPr lang="en-US" altLang="zh-CN" dirty="0" smtClean="0"/>
              <a:t>GDP</a:t>
            </a:r>
            <a:r>
              <a:rPr lang="zh-CN" altLang="en-US" dirty="0" smtClean="0"/>
              <a:t>出炉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 smtClean="0"/>
              <a:t>5</a:t>
            </a:r>
            <a:r>
              <a:rPr lang="zh-CN" altLang="en-US" dirty="0" smtClean="0"/>
              <a:t>座万亿之城，连云港增速第一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710175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江苏</a:t>
            </a:r>
            <a:r>
              <a:rPr lang="en-US" altLang="zh-CN" dirty="0" smtClean="0"/>
              <a:t>13</a:t>
            </a:r>
            <a:r>
              <a:rPr lang="zh-CN" altLang="en-US" dirty="0" smtClean="0"/>
              <a:t>市</a:t>
            </a:r>
            <a:r>
              <a:rPr lang="en-US" altLang="zh-CN" dirty="0" smtClean="0"/>
              <a:t>GDP</a:t>
            </a:r>
            <a:r>
              <a:rPr lang="zh-CN" altLang="en-US" dirty="0" smtClean="0"/>
              <a:t>创新高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2023</a:t>
            </a:r>
            <a:r>
              <a:rPr lang="zh-CN" altLang="en-US" dirty="0" smtClean="0"/>
              <a:t>年江苏</a:t>
            </a:r>
            <a:r>
              <a:rPr lang="en-US" altLang="zh-CN" dirty="0" smtClean="0"/>
              <a:t>GDP</a:t>
            </a:r>
            <a:r>
              <a:rPr lang="zh-CN" altLang="en-US" dirty="0" smtClean="0"/>
              <a:t>实现</a:t>
            </a:r>
            <a:r>
              <a:rPr lang="en-US" altLang="zh-CN" dirty="0" smtClean="0"/>
              <a:t>128222.16</a:t>
            </a:r>
            <a:r>
              <a:rPr lang="zh-CN" altLang="en-US" dirty="0" smtClean="0"/>
              <a:t>亿，同比增长</a:t>
            </a:r>
            <a:r>
              <a:rPr lang="en-US" altLang="zh-CN" dirty="0" smtClean="0"/>
              <a:t>5.8%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r>
              <a:rPr lang="zh-CN" altLang="en-US" dirty="0" smtClean="0"/>
              <a:t>江苏</a:t>
            </a:r>
            <a:r>
              <a:rPr lang="en-US" altLang="zh-CN" dirty="0" smtClean="0"/>
              <a:t>13</a:t>
            </a:r>
            <a:r>
              <a:rPr lang="zh-CN" altLang="en-US" dirty="0" smtClean="0"/>
              <a:t>个设区市中有</a:t>
            </a:r>
            <a:r>
              <a:rPr lang="en-US" altLang="zh-CN" dirty="0" smtClean="0"/>
              <a:t>5</a:t>
            </a:r>
            <a:r>
              <a:rPr lang="zh-CN" altLang="en-US" dirty="0" smtClean="0"/>
              <a:t>个市</a:t>
            </a:r>
            <a:r>
              <a:rPr lang="en-US" altLang="zh-CN" dirty="0" smtClean="0"/>
              <a:t>GDP</a:t>
            </a:r>
            <a:r>
              <a:rPr lang="zh-CN" altLang="en-US" dirty="0" smtClean="0"/>
              <a:t>总量超万亿元。</a:t>
            </a:r>
            <a:endParaRPr lang="en-US" altLang="zh-CN" dirty="0" smtClean="0"/>
          </a:p>
          <a:p>
            <a:r>
              <a:rPr lang="zh-CN" altLang="en-US" dirty="0" smtClean="0"/>
              <a:t>江苏也成为首个拥有</a:t>
            </a:r>
            <a:r>
              <a:rPr lang="en-US" altLang="zh-CN" dirty="0" smtClean="0"/>
              <a:t>5</a:t>
            </a:r>
            <a:r>
              <a:rPr lang="zh-CN" altLang="en-US" dirty="0" smtClean="0"/>
              <a:t>座万亿城市的省份。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159155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全省第一：苏州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苏州是全省唯一</a:t>
            </a:r>
            <a:r>
              <a:rPr lang="en-US" altLang="zh-CN" dirty="0" smtClean="0"/>
              <a:t>GDP</a:t>
            </a:r>
            <a:r>
              <a:rPr lang="zh-CN" altLang="en-US" dirty="0" smtClean="0"/>
              <a:t>超过</a:t>
            </a:r>
            <a:r>
              <a:rPr lang="en-US" altLang="zh-CN" dirty="0" smtClean="0"/>
              <a:t>2</a:t>
            </a:r>
            <a:r>
              <a:rPr lang="zh-CN" altLang="en-US" dirty="0" smtClean="0"/>
              <a:t>万亿元的城市，以</a:t>
            </a:r>
            <a:r>
              <a:rPr lang="en-US" altLang="zh-CN" dirty="0" smtClean="0"/>
              <a:t>24653.37</a:t>
            </a:r>
            <a:r>
              <a:rPr lang="zh-CN" altLang="en-US" dirty="0" smtClean="0"/>
              <a:t>亿元的总值继续领跑全省。</a:t>
            </a:r>
            <a:endParaRPr lang="en-US" altLang="zh-CN" dirty="0" smtClean="0"/>
          </a:p>
          <a:p>
            <a:r>
              <a:rPr lang="zh-CN" altLang="en-US" dirty="0" smtClean="0"/>
              <a:t>其次是南京、无锡、南通、常州，分别实现了</a:t>
            </a:r>
            <a:r>
              <a:rPr lang="en-US" altLang="zh-CN" dirty="0" smtClean="0"/>
              <a:t>17421.40</a:t>
            </a:r>
            <a:r>
              <a:rPr lang="zh-CN" altLang="en-US" dirty="0" smtClean="0"/>
              <a:t>亿元、</a:t>
            </a:r>
            <a:r>
              <a:rPr lang="en-US" altLang="zh-CN" dirty="0" smtClean="0"/>
              <a:t>15456.19</a:t>
            </a:r>
            <a:r>
              <a:rPr lang="zh-CN" altLang="en-US" dirty="0" smtClean="0"/>
              <a:t>亿元、</a:t>
            </a:r>
            <a:r>
              <a:rPr lang="en-US" altLang="zh-CN" dirty="0" smtClean="0"/>
              <a:t>11813.27</a:t>
            </a:r>
            <a:r>
              <a:rPr lang="zh-CN" altLang="en-US" dirty="0" smtClean="0"/>
              <a:t>亿元、</a:t>
            </a:r>
            <a:r>
              <a:rPr lang="en-US" altLang="zh-CN" dirty="0" smtClean="0"/>
              <a:t>10116.36</a:t>
            </a:r>
            <a:r>
              <a:rPr lang="zh-CN" altLang="en-US" dirty="0" smtClean="0"/>
              <a:t>亿元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4059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最引人瞩目：常州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 smtClean="0"/>
              <a:t>常州：今年新晋万亿之城的城市</a:t>
            </a:r>
            <a:endParaRPr lang="en-US" altLang="zh-CN" dirty="0" smtClean="0"/>
          </a:p>
          <a:p>
            <a:r>
              <a:rPr lang="en-US" altLang="zh-CN" dirty="0" smtClean="0"/>
              <a:t>2023</a:t>
            </a:r>
            <a:r>
              <a:rPr lang="zh-CN" altLang="en-US" dirty="0" smtClean="0"/>
              <a:t>年常州全市实现地区生产总值（</a:t>
            </a:r>
            <a:r>
              <a:rPr lang="en-US" altLang="zh-CN" dirty="0" smtClean="0"/>
              <a:t>GDP</a:t>
            </a:r>
            <a:r>
              <a:rPr lang="zh-CN" altLang="en-US" dirty="0" smtClean="0"/>
              <a:t>）</a:t>
            </a:r>
            <a:r>
              <a:rPr lang="en-US" altLang="zh-CN" dirty="0" smtClean="0"/>
              <a:t>10116.4</a:t>
            </a:r>
            <a:r>
              <a:rPr lang="zh-CN" altLang="en-US" dirty="0" smtClean="0"/>
              <a:t>亿元，比上年增长</a:t>
            </a:r>
            <a:r>
              <a:rPr lang="en-US" altLang="zh-CN" dirty="0" smtClean="0"/>
              <a:t>6.8</a:t>
            </a:r>
            <a:r>
              <a:rPr lang="zh-CN" altLang="en-US" dirty="0" smtClean="0"/>
              <a:t>％。</a:t>
            </a:r>
            <a:endParaRPr lang="en-US" altLang="zh-CN" dirty="0" smtClean="0"/>
          </a:p>
          <a:p>
            <a:r>
              <a:rPr lang="zh-CN" altLang="en-US" smtClean="0"/>
              <a:t>常州</a:t>
            </a:r>
            <a:r>
              <a:rPr lang="zh-CN" altLang="en-US" dirty="0" smtClean="0"/>
              <a:t>市的工业制造、新能源产业表现格外亮眼。数据显示，全年工业开票销售收入</a:t>
            </a:r>
            <a:r>
              <a:rPr lang="en-US" altLang="zh-CN" dirty="0" smtClean="0"/>
              <a:t>21638.1</a:t>
            </a:r>
            <a:r>
              <a:rPr lang="zh-CN" altLang="en-US" dirty="0" smtClean="0"/>
              <a:t>亿元，比上年增长</a:t>
            </a:r>
            <a:r>
              <a:rPr lang="en-US" altLang="zh-CN" dirty="0" smtClean="0"/>
              <a:t>7.6</a:t>
            </a:r>
            <a:r>
              <a:rPr lang="zh-CN" altLang="en-US" dirty="0" smtClean="0"/>
              <a:t>％，增幅高于全省平均</a:t>
            </a:r>
            <a:r>
              <a:rPr lang="en-US" altLang="zh-CN" dirty="0" smtClean="0"/>
              <a:t>3.8</a:t>
            </a:r>
            <a:r>
              <a:rPr lang="zh-CN" altLang="en-US" dirty="0" smtClean="0"/>
              <a:t>个百分点，位列苏南第一。以“新能源之都”作为城市新名片，常州市在全国新能源赛道脱颖而出。全年实现新能源领域制造业产值</a:t>
            </a:r>
            <a:r>
              <a:rPr lang="en-US" altLang="zh-CN" dirty="0" smtClean="0"/>
              <a:t>7680.7</a:t>
            </a:r>
            <a:r>
              <a:rPr lang="zh-CN" altLang="en-US" dirty="0" smtClean="0"/>
              <a:t>亿元，增长</a:t>
            </a:r>
            <a:r>
              <a:rPr lang="en-US" altLang="zh-CN" dirty="0" smtClean="0"/>
              <a:t>15.0%</a:t>
            </a:r>
            <a:r>
              <a:rPr lang="zh-CN" altLang="en-US" dirty="0" smtClean="0"/>
              <a:t>，对全市规模以上工业产值增长贡献率达</a:t>
            </a:r>
            <a:r>
              <a:rPr lang="en-US" altLang="zh-CN" dirty="0" smtClean="0"/>
              <a:t>98.9%</a:t>
            </a:r>
            <a:r>
              <a:rPr lang="zh-CN" altLang="en-US" dirty="0" smtClean="0"/>
              <a:t>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758896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239</Words>
  <Application>Microsoft Office PowerPoint</Application>
  <PresentationFormat>宽屏</PresentationFormat>
  <Paragraphs>13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2023年江苏13市GDP出炉</vt:lpstr>
      <vt:lpstr>江苏13市GDP创新高</vt:lpstr>
      <vt:lpstr>全省第一：苏州</vt:lpstr>
      <vt:lpstr>最引人瞩目：常州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2023年江苏13市GDP出炉</dc:title>
  <dc:creator>User</dc:creator>
  <cp:lastModifiedBy>Administrator</cp:lastModifiedBy>
  <cp:revision>3</cp:revision>
  <dcterms:created xsi:type="dcterms:W3CDTF">2024-07-03T05:33:54Z</dcterms:created>
  <dcterms:modified xsi:type="dcterms:W3CDTF">2024-07-04T06:20:32Z</dcterms:modified>
</cp:coreProperties>
</file>