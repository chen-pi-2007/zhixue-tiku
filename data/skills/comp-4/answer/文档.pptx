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63" r:id="rId2"/>
    <p:sldId id="257" r:id="rId3"/>
    <p:sldId id="258" r:id="rId4"/>
    <p:sldId id="260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66" y="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34655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1601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83684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2864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81124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197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6281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4676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8572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565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623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8298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67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中国探月工程发射计划</a:t>
            </a:r>
          </a:p>
        </p:txBody>
      </p:sp>
    </p:spTree>
    <p:extLst>
      <p:ext uri="{BB962C8B-B14F-4D97-AF65-F5344CB8AC3E}">
        <p14:creationId xmlns:p14="http://schemas.microsoft.com/office/powerpoint/2010/main" val="14726296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嫦娥一号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 smtClean="0"/>
              <a:t>嫦娥一号是中国探月计划中的第一颗绕月人造卫星，以中国古代神话人物嫦娥命名。</a:t>
            </a:r>
          </a:p>
          <a:p>
            <a:pPr>
              <a:lnSpc>
                <a:spcPct val="120000"/>
              </a:lnSpc>
            </a:pPr>
            <a:r>
              <a:rPr lang="zh-CN" altLang="en-US" dirty="0" smtClean="0"/>
              <a:t>嫦娥一号卫星首次绕月探测的成功，树立了中国航天的第三个里程碑，突破了一大批具有自主知识产权的核心技术和关键技术，使中国成为世界上为数不多具有深空探测能力的国家。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250650" y="721655"/>
            <a:ext cx="3320705" cy="537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1645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嫦娥二号和嫦娥三号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2200" dirty="0"/>
              <a:t>嫦娥二</a:t>
            </a:r>
            <a:r>
              <a:rPr lang="zh-CN" altLang="en-US" sz="2200" dirty="0" smtClean="0"/>
              <a:t>号是</a:t>
            </a:r>
            <a:r>
              <a:rPr lang="zh-CN" altLang="en-US" sz="2200" dirty="0"/>
              <a:t>中国探月计划中的第二颗绕月人造卫星，也是中国探月工程二期的技术先</a:t>
            </a:r>
            <a:r>
              <a:rPr lang="zh-CN" altLang="en-US" sz="2200" dirty="0" smtClean="0"/>
              <a:t>导星。</a:t>
            </a:r>
            <a:endParaRPr lang="en-US" altLang="zh-CN" sz="2200" dirty="0" smtClean="0"/>
          </a:p>
          <a:p>
            <a:r>
              <a:rPr lang="zh-CN" altLang="en-US" sz="2400" dirty="0"/>
              <a:t>嫦娥三号是中国探月工程二期发射的月球探测器，由着陆器和巡视器（“玉兔号”月球车）组成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tretch/>
        </p:blipFill>
        <p:spPr>
          <a:xfrm>
            <a:off x="5989638" y="2668925"/>
            <a:ext cx="4754562" cy="325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4146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嫦娥四号和嫦娥五号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嫦娥四号是中国探月工程二期发射的月球探测器，也是人类第一个着陆月球背面的探测器；实现了人类首次月球背面软着陆和巡视勘察，意义重大，影响深远。</a:t>
            </a:r>
            <a:endParaRPr lang="en-US" altLang="zh-CN" dirty="0" smtClean="0"/>
          </a:p>
          <a:p>
            <a:r>
              <a:rPr lang="zh-CN" altLang="en-US" dirty="0"/>
              <a:t>嫦娥五号由中国国家航天局组织实施研制，是中国首个实施无人月面取样返回的月球探测器，为中国探月工程三期的收官之战</a:t>
            </a:r>
            <a:r>
              <a:rPr lang="zh-CN" altLang="en-US" dirty="0" smtClean="0"/>
              <a:t>。嫦娥</a:t>
            </a:r>
            <a:r>
              <a:rPr lang="zh-CN" altLang="en-US" dirty="0"/>
              <a:t>五号任务是中国探月工程的第六次任务</a:t>
            </a:r>
            <a:r>
              <a:rPr lang="zh-CN" altLang="en-US" dirty="0" smtClean="0"/>
              <a:t>，实现</a:t>
            </a:r>
            <a:r>
              <a:rPr lang="zh-CN" altLang="en-US" dirty="0"/>
              <a:t>了中国首次月球无人采样返回，助力月球成因和演化历史等科学研究。</a:t>
            </a:r>
          </a:p>
          <a:p>
            <a:pPr marL="0" indent="0">
              <a:buNone/>
            </a:pP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040725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嫦娥六号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467813" cy="4441361"/>
          </a:xfrm>
        </p:spPr>
        <p:txBody>
          <a:bodyPr>
            <a:noAutofit/>
          </a:bodyPr>
          <a:lstStyle/>
          <a:p>
            <a:r>
              <a:rPr lang="zh-CN" altLang="en-US" sz="2000" dirty="0" smtClean="0"/>
              <a:t>嫦娥六号是中国嫦娥探月计划第六个探测器，着陆区为月球背面南极</a:t>
            </a:r>
            <a:r>
              <a:rPr lang="en-US" altLang="zh-CN" sz="2000" dirty="0" smtClean="0"/>
              <a:t>-</a:t>
            </a:r>
            <a:r>
              <a:rPr lang="zh-CN" altLang="en-US" sz="2000" dirty="0" smtClean="0"/>
              <a:t>艾特肯盆地。进行形貌探测和地质背景勘察等工作，去发现并采集不同地域、不同年龄的月球样品。</a:t>
            </a:r>
            <a:endParaRPr lang="en-US" altLang="zh-CN" sz="2000" dirty="0" smtClean="0"/>
          </a:p>
          <a:p>
            <a:r>
              <a:rPr lang="en-US" altLang="zh-CN" sz="2000" dirty="0" smtClean="0"/>
              <a:t>2024</a:t>
            </a:r>
            <a:r>
              <a:rPr lang="zh-CN" altLang="en-US" sz="2000" dirty="0" smtClean="0"/>
              <a:t>年</a:t>
            </a:r>
            <a:r>
              <a:rPr lang="en-US" altLang="zh-CN" sz="2000" dirty="0" smtClean="0"/>
              <a:t>5</a:t>
            </a:r>
            <a:r>
              <a:rPr lang="zh-CN" altLang="en-US" sz="2000" dirty="0" smtClean="0"/>
              <a:t>月</a:t>
            </a:r>
            <a:r>
              <a:rPr lang="en-US" altLang="zh-CN" sz="2000" dirty="0" smtClean="0"/>
              <a:t>3</a:t>
            </a:r>
            <a:r>
              <a:rPr lang="zh-CN" altLang="en-US" sz="2000" dirty="0" smtClean="0"/>
              <a:t>日，搭载嫦娥六号探测器的长征五号遥八运载火箭，在中国文昌航天发射场点火发射；</a:t>
            </a:r>
            <a:r>
              <a:rPr lang="en-US" altLang="zh-CN" sz="2000" dirty="0" smtClean="0"/>
              <a:t>6</a:t>
            </a:r>
            <a:r>
              <a:rPr lang="zh-CN" altLang="en-US" sz="2000" dirty="0" smtClean="0"/>
              <a:t>月</a:t>
            </a:r>
            <a:r>
              <a:rPr lang="en-US" altLang="zh-CN" sz="2000" dirty="0" smtClean="0"/>
              <a:t>25</a:t>
            </a:r>
            <a:r>
              <a:rPr lang="zh-CN" altLang="en-US" sz="2000" dirty="0" smtClean="0"/>
              <a:t>日，嫦娥六号返回器准确着陆于内蒙古四子王旗预定区域。经初步测算，嫦娥六号任务采集月球背面样品</a:t>
            </a:r>
            <a:r>
              <a:rPr lang="en-US" altLang="zh-CN" sz="2000" dirty="0" smtClean="0"/>
              <a:t>1935.3</a:t>
            </a:r>
            <a:r>
              <a:rPr lang="zh-CN" altLang="en-US" sz="2000" dirty="0" smtClean="0"/>
              <a:t>克。</a:t>
            </a:r>
            <a:endParaRPr lang="en-US" altLang="zh-CN" sz="2000" dirty="0" smtClean="0"/>
          </a:p>
          <a:p>
            <a:r>
              <a:rPr lang="zh-CN" altLang="en-US" sz="2000" dirty="0" smtClean="0"/>
              <a:t>嫦娥六号任务自发射后历经</a:t>
            </a:r>
            <a:r>
              <a:rPr lang="en-US" altLang="zh-CN" sz="2000" dirty="0" smtClean="0"/>
              <a:t>53</a:t>
            </a:r>
            <a:r>
              <a:rPr lang="zh-CN" altLang="en-US" sz="2000" dirty="0" smtClean="0"/>
              <a:t>天，</a:t>
            </a:r>
            <a:r>
              <a:rPr lang="en-US" altLang="zh-CN" sz="2000" dirty="0" smtClean="0"/>
              <a:t>11</a:t>
            </a:r>
            <a:r>
              <a:rPr lang="zh-CN" altLang="en-US" sz="2000" dirty="0" smtClean="0"/>
              <a:t>个飞行阶段，突破了月球逆行轨道设计与控制、月背智能快速采样、月背起飞上升等关键技术，首次获取月背的月球样品，并搭载</a:t>
            </a:r>
            <a:r>
              <a:rPr lang="en-US" altLang="zh-CN" sz="2000" dirty="0" smtClean="0"/>
              <a:t>4</a:t>
            </a:r>
            <a:r>
              <a:rPr lang="zh-CN" altLang="en-US" sz="2000" dirty="0" smtClean="0"/>
              <a:t>台国际载荷，开展了务实高效的国际合作。</a:t>
            </a:r>
            <a:endParaRPr lang="zh-CN" altLang="en-US" sz="2000" dirty="0"/>
          </a:p>
        </p:txBody>
      </p:sp>
      <p:pic>
        <p:nvPicPr>
          <p:cNvPr id="13" name="内容占位符 12" descr="屏幕剪辑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9138" y="1591449"/>
            <a:ext cx="4201537" cy="4351338"/>
          </a:xfrm>
        </p:spPr>
      </p:pic>
    </p:spTree>
    <p:extLst>
      <p:ext uri="{BB962C8B-B14F-4D97-AF65-F5344CB8AC3E}">
        <p14:creationId xmlns:p14="http://schemas.microsoft.com/office/powerpoint/2010/main" val="30327041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积分">
  <a:themeElements>
    <a:clrScheme name="积分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积分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积分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148</TotalTime>
  <Words>428</Words>
  <Application>Microsoft Office PowerPoint</Application>
  <PresentationFormat>宽屏</PresentationFormat>
  <Paragraphs>14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华文仿宋</vt:lpstr>
      <vt:lpstr>微软雅黑</vt:lpstr>
      <vt:lpstr>Tw Cen MT</vt:lpstr>
      <vt:lpstr>Tw Cen MT Condensed</vt:lpstr>
      <vt:lpstr>Wingdings 3</vt:lpstr>
      <vt:lpstr>积分</vt:lpstr>
      <vt:lpstr>中国探月工程发射计划</vt:lpstr>
      <vt:lpstr>嫦娥一号</vt:lpstr>
      <vt:lpstr>嫦娥二号和嫦娥三号</vt:lpstr>
      <vt:lpstr>嫦娥四号和嫦娥五号</vt:lpstr>
      <vt:lpstr>嫦娥六号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中国探月工程发射计划</dc:title>
  <dc:creator>User</dc:creator>
  <cp:lastModifiedBy>xylina‘dell</cp:lastModifiedBy>
  <cp:revision>13</cp:revision>
  <dcterms:created xsi:type="dcterms:W3CDTF">2024-07-03T06:00:57Z</dcterms:created>
  <dcterms:modified xsi:type="dcterms:W3CDTF">2024-07-05T03:02:59Z</dcterms:modified>
</cp:coreProperties>
</file>