
<file path=[Content_Types].xml><?xml version="1.0" encoding="utf-8"?>
<Types xmlns="http://schemas.openxmlformats.org/package/2006/content-types">
  <Default Extension="png" ContentType="image/png"/>
  <Default Extension="tmp" ContentType="image/png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7" r:id="rId2"/>
    <p:sldId id="258" r:id="rId3"/>
    <p:sldId id="260" r:id="rId4"/>
    <p:sldId id="262" r:id="rId5"/>
  </p:sldIdLst>
  <p:sldSz cx="12192000" cy="6858000"/>
  <p:notesSz cx="6858000" cy="9144000"/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>
      <p:cViewPr varScale="1">
        <p:scale>
          <a:sx n="71" d="100"/>
          <a:sy n="71" d="100"/>
        </p:scale>
        <p:origin x="84" y="780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viewProps" Target="view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presProps" Target="presProps.xml"/><Relationship Id="rId5" Type="http://schemas.openxmlformats.org/officeDocument/2006/relationships/slide" Target="slides/slide4.xml"/><Relationship Id="rId4" Type="http://schemas.openxmlformats.org/officeDocument/2006/relationships/slide" Target="slides/slide3.xml"/><Relationship Id="rId9" Type="http://schemas.openxmlformats.org/officeDocument/2006/relationships/tableStyles" Target="tableStyle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副标题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zh-CN" altLang="en-US" smtClean="0"/>
              <a:t>单击以编辑母版副标题样式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8D230C0-9C3F-43BC-9140-C96B2E3CE4C6}" type="datetimeFigureOut">
              <a:rPr lang="zh-CN" altLang="en-US" smtClean="0"/>
              <a:t>2024/7/5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A378D10-95FF-47E3-AF8F-838B08CAA82D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476562976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CN" altLang="en-US" smtClean="0"/>
              <a:t>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8D230C0-9C3F-43BC-9140-C96B2E3CE4C6}" type="datetimeFigureOut">
              <a:rPr lang="zh-CN" altLang="en-US" smtClean="0"/>
              <a:t>2024/7/5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A378D10-95FF-47E3-AF8F-838B08CAA82D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27452881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CN" altLang="en-US" smtClean="0"/>
              <a:t>编辑母版文本样式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8D230C0-9C3F-43BC-9140-C96B2E3CE4C6}" type="datetimeFigureOut">
              <a:rPr lang="zh-CN" altLang="en-US" smtClean="0"/>
              <a:t>2024/7/5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A378D10-95FF-47E3-AF8F-838B08CAA82D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119652961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zh-CN" altLang="en-US" smtClean="0"/>
              <a:t>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zh-CN" altLang="en-US" smtClean="0"/>
              <a:t>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8D230C0-9C3F-43BC-9140-C96B2E3CE4C6}" type="datetimeFigureOut">
              <a:rPr lang="zh-CN" altLang="en-US" smtClean="0"/>
              <a:t>2024/7/5</a:t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A378D10-95FF-47E3-AF8F-838B08CAA82D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281931858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 smtClean="0"/>
              <a:t>编辑母版文本样式</a:t>
            </a:r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zh-CN" altLang="en-US" smtClean="0"/>
              <a:t>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 smtClean="0"/>
              <a:t>编辑母版文本样式</a:t>
            </a:r>
          </a:p>
        </p:txBody>
      </p:sp>
      <p:sp>
        <p:nvSpPr>
          <p:cNvPr id="6" name="内容占位符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zh-CN" altLang="en-US" smtClean="0"/>
              <a:t>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7" name="日期占位符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8D230C0-9C3F-43BC-9140-C96B2E3CE4C6}" type="datetimeFigureOut">
              <a:rPr lang="zh-CN" altLang="en-US" smtClean="0"/>
              <a:t>2024/7/5</a:t>
            </a:fld>
            <a:endParaRPr lang="zh-CN" altLang="en-US"/>
          </a:p>
        </p:txBody>
      </p:sp>
      <p:sp>
        <p:nvSpPr>
          <p:cNvPr id="8" name="页脚占位符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9" name="灯片编号占位符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A378D10-95FF-47E3-AF8F-838B08CAA82D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948944098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8D230C0-9C3F-43BC-9140-C96B2E3CE4C6}" type="datetimeFigureOut">
              <a:rPr lang="zh-CN" altLang="en-US" smtClean="0"/>
              <a:t>2024/7/5</a:t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A378D10-95FF-47E3-AF8F-838B08CAA82D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54612392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8D230C0-9C3F-43BC-9140-C96B2E3CE4C6}" type="datetimeFigureOut">
              <a:rPr lang="zh-CN" altLang="en-US" smtClean="0"/>
              <a:t>2024/7/5</a:t>
            </a:fld>
            <a:endParaRPr lang="zh-CN" altLang="en-US"/>
          </a:p>
        </p:txBody>
      </p:sp>
      <p:sp>
        <p:nvSpPr>
          <p:cNvPr id="3" name="页脚占位符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A378D10-95FF-47E3-AF8F-838B08CAA82D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929270220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CN" altLang="en-US" smtClean="0"/>
              <a:t>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 smtClean="0"/>
              <a:t>编辑母版文本样式</a:t>
            </a:r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8D230C0-9C3F-43BC-9140-C96B2E3CE4C6}" type="datetimeFigureOut">
              <a:rPr lang="zh-CN" altLang="en-US" smtClean="0"/>
              <a:t>2024/7/5</a:t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A378D10-95FF-47E3-AF8F-838B08CAA82D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80397666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图片占位符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zh-CN" altLang="en-US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 smtClean="0"/>
              <a:t>编辑母版文本样式</a:t>
            </a:r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8D230C0-9C3F-43BC-9140-C96B2E3CE4C6}" type="datetimeFigureOut">
              <a:rPr lang="zh-CN" altLang="en-US" smtClean="0"/>
              <a:t>2024/7/5</a:t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A378D10-95FF-47E3-AF8F-838B08CAA82D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38395527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CN" altLang="en-US" smtClean="0"/>
              <a:t>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8D230C0-9C3F-43BC-9140-C96B2E3CE4C6}" type="datetimeFigureOut">
              <a:rPr lang="zh-CN" altLang="en-US" smtClean="0"/>
              <a:t>2024/7/5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A378D10-95FF-47E3-AF8F-838B08CAA82D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598071019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竖排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zh-CN" altLang="en-US" smtClean="0"/>
              <a:t>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8D230C0-9C3F-43BC-9140-C96B2E3CE4C6}" type="datetimeFigureOut">
              <a:rPr lang="zh-CN" altLang="en-US" smtClean="0"/>
              <a:t>2024/7/5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A378D10-95FF-47E3-AF8F-838B08CAA82D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447660400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占位符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CN" altLang="en-US" smtClean="0"/>
              <a:t>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A8D230C0-9C3F-43BC-9140-C96B2E3CE4C6}" type="datetimeFigureOut">
              <a:rPr lang="zh-CN" altLang="en-US" smtClean="0"/>
              <a:t>2024/7/5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0A378D10-95FF-47E3-AF8F-838B08CAA82D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09960746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4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4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tmp"/><Relationship Id="rId1" Type="http://schemas.openxmlformats.org/officeDocument/2006/relationships/slideLayout" Target="../slideLayouts/slideLayout4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 smtClean="0"/>
              <a:t>嫦娥</a:t>
            </a:r>
            <a:r>
              <a:rPr lang="zh-CN" altLang="en-US" dirty="0" smtClean="0"/>
              <a:t>一号</a:t>
            </a:r>
            <a:endParaRPr lang="zh-CN" altLang="en-US" dirty="0"/>
          </a:p>
        </p:txBody>
      </p:sp>
      <p:sp>
        <p:nvSpPr>
          <p:cNvPr id="3" name="内容占位符 2"/>
          <p:cNvSpPr>
            <a:spLocks noGrp="1"/>
          </p:cNvSpPr>
          <p:nvPr>
            <p:ph sz="half" idx="1"/>
          </p:nvPr>
        </p:nvSpPr>
        <p:spPr/>
        <p:txBody>
          <a:bodyPr>
            <a:normAutofit fontScale="92500" lnSpcReduction="10000"/>
          </a:bodyPr>
          <a:lstStyle/>
          <a:p>
            <a:pPr>
              <a:lnSpc>
                <a:spcPct val="120000"/>
              </a:lnSpc>
            </a:pPr>
            <a:r>
              <a:rPr lang="zh-CN" altLang="en-US" dirty="0" smtClean="0"/>
              <a:t>嫦娥一号是中国探月计划中的第一颗绕月人造卫星，以中国古代神话人物嫦娥命名。</a:t>
            </a:r>
          </a:p>
          <a:p>
            <a:pPr>
              <a:lnSpc>
                <a:spcPct val="120000"/>
              </a:lnSpc>
            </a:pPr>
            <a:r>
              <a:rPr lang="zh-CN" altLang="en-US" dirty="0" smtClean="0"/>
              <a:t>嫦娥</a:t>
            </a:r>
            <a:r>
              <a:rPr lang="zh-CN" altLang="en-US" dirty="0" smtClean="0"/>
              <a:t>一号卫星首次绕月探测的成功，树立了中国航天的第三个里程碑，突破了一大批具有自主知识产权的核心技术和关键技术，使中国成为世界上为数不多具有深空探测能力的国家。</a:t>
            </a:r>
            <a:endParaRPr lang="zh-CN" altLang="en-US" dirty="0"/>
          </a:p>
        </p:txBody>
      </p:sp>
      <p:pic>
        <p:nvPicPr>
          <p:cNvPr id="5" name="内容占位符 4"/>
          <p:cNvPicPr>
            <a:picLocks noGrp="1" noChangeAspect="1"/>
          </p:cNvPicPr>
          <p:nvPr>
            <p:ph sz="half" idx="2"/>
          </p:nvPr>
        </p:nvPicPr>
        <p:blipFill>
          <a:blip r:embed="rId2"/>
          <a:stretch>
            <a:fillRect/>
          </a:stretch>
        </p:blipFill>
        <p:spPr>
          <a:xfrm>
            <a:off x="7250650" y="721655"/>
            <a:ext cx="3320705" cy="537124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55164589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 smtClean="0"/>
              <a:t>嫦娥二</a:t>
            </a:r>
            <a:r>
              <a:rPr lang="zh-CN" altLang="en-US" dirty="0" smtClean="0"/>
              <a:t>号和嫦娥三号</a:t>
            </a:r>
            <a:endParaRPr lang="zh-CN" altLang="en-US" dirty="0"/>
          </a:p>
        </p:txBody>
      </p:sp>
      <p:sp>
        <p:nvSpPr>
          <p:cNvPr id="3" name="内容占位符 2"/>
          <p:cNvSpPr>
            <a:spLocks noGrp="1"/>
          </p:cNvSpPr>
          <p:nvPr>
            <p:ph sz="half" idx="1"/>
          </p:nvPr>
        </p:nvSpPr>
        <p:spPr/>
        <p:txBody>
          <a:bodyPr>
            <a:normAutofit/>
          </a:bodyPr>
          <a:lstStyle/>
          <a:p>
            <a:r>
              <a:rPr lang="zh-CN" altLang="en-US" sz="2200" dirty="0"/>
              <a:t>嫦娥二</a:t>
            </a:r>
            <a:r>
              <a:rPr lang="zh-CN" altLang="en-US" sz="2200" dirty="0" smtClean="0"/>
              <a:t>号是</a:t>
            </a:r>
            <a:r>
              <a:rPr lang="zh-CN" altLang="en-US" sz="2200" dirty="0"/>
              <a:t>中国探月计划中的第二颗绕月人造卫星，也是中国探月工程二期的技术先</a:t>
            </a:r>
            <a:r>
              <a:rPr lang="zh-CN" altLang="en-US" sz="2200" dirty="0" smtClean="0"/>
              <a:t>导星</a:t>
            </a:r>
            <a:r>
              <a:rPr lang="zh-CN" altLang="en-US" sz="2200" dirty="0" smtClean="0"/>
              <a:t>。</a:t>
            </a:r>
            <a:endParaRPr lang="en-US" altLang="zh-CN" sz="2200" dirty="0" smtClean="0"/>
          </a:p>
          <a:p>
            <a:r>
              <a:rPr lang="zh-CN" altLang="en-US" sz="2400" dirty="0"/>
              <a:t>嫦娥三号是中国探月工程二期发射的月球探测器，由着陆器和巡视器（“玉兔号”月球车）组成</a:t>
            </a:r>
            <a:r>
              <a:rPr lang="zh-CN" altLang="en-US" sz="2400" dirty="0" smtClean="0"/>
              <a:t>。</a:t>
            </a:r>
            <a:endParaRPr lang="zh-CN" altLang="en-US" sz="2400" dirty="0"/>
          </a:p>
        </p:txBody>
      </p:sp>
      <p:pic>
        <p:nvPicPr>
          <p:cNvPr id="5" name="内容占位符 4"/>
          <p:cNvPicPr>
            <a:picLocks noGrp="1" noChangeAspect="1"/>
          </p:cNvPicPr>
          <p:nvPr>
            <p:ph sz="half" idx="2"/>
          </p:nvPr>
        </p:nvPicPr>
        <p:blipFill rotWithShape="1">
          <a:blip r:embed="rId2"/>
          <a:srcRect l="14956" t="6071" r="15100" b="10986"/>
          <a:stretch/>
        </p:blipFill>
        <p:spPr>
          <a:xfrm>
            <a:off x="6172200" y="1896771"/>
            <a:ext cx="5181600" cy="420904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838414644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 smtClean="0"/>
              <a:t>嫦娥四</a:t>
            </a:r>
            <a:r>
              <a:rPr lang="zh-CN" altLang="en-US" dirty="0" smtClean="0"/>
              <a:t>号和嫦娥五号</a:t>
            </a:r>
            <a:endParaRPr lang="zh-CN" altLang="en-US" dirty="0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zh-CN" altLang="en-US" dirty="0" smtClean="0"/>
              <a:t>嫦娥四号是中国探月工程二期发射的月球探测器，也是人类第一个着陆月球背面的探测器；实现了人类首次月球背面软着陆和巡视勘察，意义重大，影响深远</a:t>
            </a:r>
            <a:r>
              <a:rPr lang="zh-CN" altLang="en-US" dirty="0" smtClean="0"/>
              <a:t>。</a:t>
            </a:r>
            <a:endParaRPr lang="en-US" altLang="zh-CN" dirty="0" smtClean="0"/>
          </a:p>
          <a:p>
            <a:r>
              <a:rPr lang="zh-CN" altLang="en-US" dirty="0"/>
              <a:t>嫦娥五号由中国国家航天局组织实施研制，是中国首个实施无人月面取样返回的月球探测器，为中国探月工程三期的收官之战</a:t>
            </a:r>
            <a:r>
              <a:rPr lang="zh-CN" altLang="en-US" dirty="0" smtClean="0"/>
              <a:t>。嫦娥</a:t>
            </a:r>
            <a:r>
              <a:rPr lang="zh-CN" altLang="en-US" dirty="0"/>
              <a:t>五号任务是中国探月工程的第六次任务</a:t>
            </a:r>
            <a:r>
              <a:rPr lang="zh-CN" altLang="en-US" dirty="0" smtClean="0"/>
              <a:t>，实现</a:t>
            </a:r>
            <a:r>
              <a:rPr lang="zh-CN" altLang="en-US" dirty="0"/>
              <a:t>了中国首次月球无人采样返回，助力月球成因和演化历史等科学研究。</a:t>
            </a:r>
          </a:p>
          <a:p>
            <a:pPr marL="0" indent="0">
              <a:buNone/>
            </a:pPr>
            <a:endParaRPr lang="zh-CN" altLang="en-US" dirty="0" smtClean="0"/>
          </a:p>
        </p:txBody>
      </p:sp>
    </p:spTree>
    <p:extLst>
      <p:ext uri="{BB962C8B-B14F-4D97-AF65-F5344CB8AC3E}">
        <p14:creationId xmlns:p14="http://schemas.microsoft.com/office/powerpoint/2010/main" val="1040725731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标题 7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 smtClean="0"/>
              <a:t>嫦娥六号</a:t>
            </a:r>
            <a:endParaRPr lang="zh-CN" altLang="en-US" dirty="0"/>
          </a:p>
        </p:txBody>
      </p:sp>
      <p:sp>
        <p:nvSpPr>
          <p:cNvPr id="9" name="内容占位符 8"/>
          <p:cNvSpPr>
            <a:spLocks noGrp="1"/>
          </p:cNvSpPr>
          <p:nvPr>
            <p:ph sz="half" idx="1"/>
          </p:nvPr>
        </p:nvSpPr>
        <p:spPr>
          <a:xfrm>
            <a:off x="838199" y="1825624"/>
            <a:ext cx="5467813" cy="4441361"/>
          </a:xfrm>
        </p:spPr>
        <p:txBody>
          <a:bodyPr>
            <a:noAutofit/>
          </a:bodyPr>
          <a:lstStyle/>
          <a:p>
            <a:r>
              <a:rPr lang="zh-CN" altLang="en-US" sz="2000" dirty="0" smtClean="0"/>
              <a:t>嫦娥六号是中国嫦娥探月计划第六个探测器，着陆区为月球背面南极</a:t>
            </a:r>
            <a:r>
              <a:rPr lang="en-US" altLang="zh-CN" sz="2000" dirty="0" smtClean="0"/>
              <a:t>-</a:t>
            </a:r>
            <a:r>
              <a:rPr lang="zh-CN" altLang="en-US" sz="2000" dirty="0" smtClean="0"/>
              <a:t>艾特肯盆地。进行形貌探测和地质背景勘察等工作，去发现并采集不同地域、不同年龄的月球样品。</a:t>
            </a:r>
            <a:endParaRPr lang="en-US" altLang="zh-CN" sz="2000" dirty="0" smtClean="0"/>
          </a:p>
          <a:p>
            <a:r>
              <a:rPr lang="en-US" altLang="zh-CN" sz="2000" dirty="0" smtClean="0"/>
              <a:t>2024</a:t>
            </a:r>
            <a:r>
              <a:rPr lang="zh-CN" altLang="en-US" sz="2000" dirty="0" smtClean="0"/>
              <a:t>年</a:t>
            </a:r>
            <a:r>
              <a:rPr lang="en-US" altLang="zh-CN" sz="2000" dirty="0" smtClean="0"/>
              <a:t>5</a:t>
            </a:r>
            <a:r>
              <a:rPr lang="zh-CN" altLang="en-US" sz="2000" dirty="0" smtClean="0"/>
              <a:t>月</a:t>
            </a:r>
            <a:r>
              <a:rPr lang="en-US" altLang="zh-CN" sz="2000" dirty="0" smtClean="0"/>
              <a:t>3</a:t>
            </a:r>
            <a:r>
              <a:rPr lang="zh-CN" altLang="en-US" sz="2000" dirty="0" smtClean="0"/>
              <a:t>日，搭载嫦娥六号探测器的长征五号遥八运载火箭，在中国文昌航天发射场点火发射；</a:t>
            </a:r>
            <a:r>
              <a:rPr lang="en-US" altLang="zh-CN" sz="2000" dirty="0" smtClean="0"/>
              <a:t>6</a:t>
            </a:r>
            <a:r>
              <a:rPr lang="zh-CN" altLang="en-US" sz="2000" dirty="0" smtClean="0"/>
              <a:t>月</a:t>
            </a:r>
            <a:r>
              <a:rPr lang="en-US" altLang="zh-CN" sz="2000" dirty="0" smtClean="0"/>
              <a:t>25</a:t>
            </a:r>
            <a:r>
              <a:rPr lang="zh-CN" altLang="en-US" sz="2000" dirty="0" smtClean="0"/>
              <a:t>日，嫦娥六号返回器准确着陆于内蒙古四子王旗预定区域。经初步测算，嫦娥六号任务采集月球背面样品</a:t>
            </a:r>
            <a:r>
              <a:rPr lang="en-US" altLang="zh-CN" sz="2000" dirty="0" smtClean="0"/>
              <a:t>1935.3</a:t>
            </a:r>
            <a:r>
              <a:rPr lang="zh-CN" altLang="en-US" sz="2000" dirty="0" smtClean="0"/>
              <a:t>克。</a:t>
            </a:r>
            <a:endParaRPr lang="en-US" altLang="zh-CN" sz="2000" dirty="0" smtClean="0"/>
          </a:p>
          <a:p>
            <a:r>
              <a:rPr lang="zh-CN" altLang="en-US" sz="2000" dirty="0" smtClean="0"/>
              <a:t>嫦娥六号任务自发射后历经</a:t>
            </a:r>
            <a:r>
              <a:rPr lang="en-US" altLang="zh-CN" sz="2000" dirty="0" smtClean="0"/>
              <a:t>53</a:t>
            </a:r>
            <a:r>
              <a:rPr lang="zh-CN" altLang="en-US" sz="2000" dirty="0" smtClean="0"/>
              <a:t>天，</a:t>
            </a:r>
            <a:r>
              <a:rPr lang="en-US" altLang="zh-CN" sz="2000" dirty="0" smtClean="0"/>
              <a:t>11</a:t>
            </a:r>
            <a:r>
              <a:rPr lang="zh-CN" altLang="en-US" sz="2000" dirty="0" smtClean="0"/>
              <a:t>个飞行阶段，突破了月球逆行轨道设计与控制、月背智能快速采样、月背起飞上升等关键技术，首次获取月背的月球样品，并搭载</a:t>
            </a:r>
            <a:r>
              <a:rPr lang="en-US" altLang="zh-CN" sz="2000" dirty="0" smtClean="0"/>
              <a:t>4</a:t>
            </a:r>
            <a:r>
              <a:rPr lang="zh-CN" altLang="en-US" sz="2000" dirty="0" smtClean="0"/>
              <a:t>台国际载荷，开展了务实高效的国际合作。</a:t>
            </a:r>
            <a:endParaRPr lang="zh-CN" altLang="en-US" sz="2000" dirty="0"/>
          </a:p>
        </p:txBody>
      </p:sp>
      <p:pic>
        <p:nvPicPr>
          <p:cNvPr id="13" name="内容占位符 12" descr="屏幕剪辑"/>
          <p:cNvPicPr>
            <a:picLocks noGrp="1" noChangeAspect="1"/>
          </p:cNvPicPr>
          <p:nvPr>
            <p:ph sz="half" idx="2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729138" y="1591449"/>
            <a:ext cx="4201537" cy="4351338"/>
          </a:xfrm>
        </p:spPr>
      </p:pic>
    </p:spTree>
    <p:extLst>
      <p:ext uri="{BB962C8B-B14F-4D97-AF65-F5344CB8AC3E}">
        <p14:creationId xmlns:p14="http://schemas.microsoft.com/office/powerpoint/2010/main" val="3032704172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等线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等线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145</TotalTime>
  <Words>422</Words>
  <Application>Microsoft Office PowerPoint</Application>
  <PresentationFormat>宽屏</PresentationFormat>
  <Paragraphs>13</Paragraphs>
  <Slides>4</Slides>
  <Notes>0</Notes>
  <HiddenSlides>0</HiddenSlides>
  <MMClips>0</MMClips>
  <ScaleCrop>false</ScaleCrop>
  <HeadingPairs>
    <vt:vector size="6" baseType="variant">
      <vt:variant>
        <vt:lpstr>已用的字体</vt:lpstr>
      </vt:variant>
      <vt:variant>
        <vt:i4>3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4</vt:i4>
      </vt:variant>
    </vt:vector>
  </HeadingPairs>
  <TitlesOfParts>
    <vt:vector size="8" baseType="lpstr">
      <vt:lpstr>等线</vt:lpstr>
      <vt:lpstr>等线 Light</vt:lpstr>
      <vt:lpstr>Arial</vt:lpstr>
      <vt:lpstr>Office 主题​​</vt:lpstr>
      <vt:lpstr>嫦娥一号</vt:lpstr>
      <vt:lpstr>嫦娥二号和嫦娥三号</vt:lpstr>
      <vt:lpstr>嫦娥四号和嫦娥五号</vt:lpstr>
      <vt:lpstr>嫦娥六号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中国探月工程发射计划</dc:title>
  <dc:creator>User</dc:creator>
  <cp:lastModifiedBy>xylina‘dell</cp:lastModifiedBy>
  <cp:revision>10</cp:revision>
  <dcterms:created xsi:type="dcterms:W3CDTF">2024-07-03T06:00:57Z</dcterms:created>
  <dcterms:modified xsi:type="dcterms:W3CDTF">2024-07-05T02:58:50Z</dcterms:modified>
</cp:coreProperties>
</file>