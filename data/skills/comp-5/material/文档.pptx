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2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56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5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65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93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94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1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27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97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07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66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230C0-9C3F-43BC-9140-C96B2E3CE4C6}" type="datetimeFigureOut">
              <a:rPr lang="zh-CN" altLang="en-US" smtClean="0"/>
              <a:t>2024/7/6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60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工作汇报概述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时间总是转瞬即逝，自任职的一个月以来，我的收获和感触很多。在公司领导的信任和培养下，我的个人能力有了很大的提高。下面就对我的个人工作进行一个简单的总结和汇报。</a:t>
            </a:r>
          </a:p>
        </p:txBody>
      </p:sp>
    </p:spTree>
    <p:extLst>
      <p:ext uri="{BB962C8B-B14F-4D97-AF65-F5344CB8AC3E}">
        <p14:creationId xmlns:p14="http://schemas.microsoft.com/office/powerpoint/2010/main" val="95516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接待工作</a:t>
            </a:r>
          </a:p>
          <a:p>
            <a:pPr marL="0" indent="0">
              <a:buNone/>
            </a:pPr>
            <a:r>
              <a:rPr lang="zh-CN" altLang="en-US" dirty="0"/>
              <a:t>电话的接听和记录 </a:t>
            </a:r>
          </a:p>
          <a:p>
            <a:pPr marL="0" indent="0">
              <a:buNone/>
            </a:pPr>
            <a:r>
              <a:rPr lang="zh-CN" altLang="en-US" dirty="0"/>
              <a:t>文件打印、复印 </a:t>
            </a:r>
          </a:p>
          <a:p>
            <a:pPr marL="0" indent="0">
              <a:buNone/>
            </a:pPr>
            <a:r>
              <a:rPr lang="zh-CN" altLang="en-US" dirty="0"/>
              <a:t>人员外出登记 </a:t>
            </a:r>
          </a:p>
          <a:p>
            <a:pPr marL="0" indent="0">
              <a:buNone/>
            </a:pPr>
            <a:r>
              <a:rPr lang="zh-CN" altLang="en-US" dirty="0"/>
              <a:t>考勤统计工作 </a:t>
            </a:r>
          </a:p>
          <a:p>
            <a:pPr marL="0" indent="0">
              <a:buNone/>
            </a:pPr>
            <a:r>
              <a:rPr lang="zh-CN" altLang="en-US" dirty="0"/>
              <a:t>快递的收发</a:t>
            </a:r>
          </a:p>
          <a:p>
            <a:pPr marL="0" indent="0">
              <a:buNone/>
            </a:pPr>
            <a:r>
              <a:rPr lang="zh-CN" altLang="en-US" dirty="0" smtClean="0"/>
              <a:t>其他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072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工作汇报总结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工作期间我能及时向他人请教，能够严格遵守公司的各项规章制度，注重加强自己的思想品德和职业道德修养，善于取长补短</a:t>
            </a:r>
            <a:r>
              <a:rPr lang="en-US" altLang="zh-CN" dirty="0"/>
              <a:t>,</a:t>
            </a:r>
            <a:r>
              <a:rPr lang="zh-CN" altLang="en-US" dirty="0"/>
              <a:t>感觉在各方面都有所提高。</a:t>
            </a:r>
          </a:p>
          <a:p>
            <a:r>
              <a:rPr lang="zh-CN" altLang="en-US" dirty="0"/>
              <a:t>努力适应工作环境和秘书这个工作岗位，认真地履行了自己的工作职责，努力完成各项工作任务。</a:t>
            </a:r>
          </a:p>
        </p:txBody>
      </p:sp>
    </p:spTree>
    <p:extLst>
      <p:ext uri="{BB962C8B-B14F-4D97-AF65-F5344CB8AC3E}">
        <p14:creationId xmlns:p14="http://schemas.microsoft.com/office/powerpoint/2010/main" val="303270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143</Words>
  <Application>Microsoft Office PowerPoint</Application>
  <PresentationFormat>宽屏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工作汇报概述</vt:lpstr>
      <vt:lpstr>工作内容</vt:lpstr>
      <vt:lpstr>工作汇报总结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中国探月工程发射计划</dc:title>
  <dc:creator>User</dc:creator>
  <cp:lastModifiedBy>User</cp:lastModifiedBy>
  <cp:revision>12</cp:revision>
  <dcterms:created xsi:type="dcterms:W3CDTF">2024-07-03T06:00:57Z</dcterms:created>
  <dcterms:modified xsi:type="dcterms:W3CDTF">2024-07-06T14:29:09Z</dcterms:modified>
</cp:coreProperties>
</file>