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82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36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6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02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325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992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80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760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331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13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4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22DD1-6482-4791-9A89-96E1E5A22613}" type="datetimeFigureOut">
              <a:rPr lang="zh-CN" altLang="en-US" smtClean="0"/>
              <a:t>2024/7/5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11735-ABA8-4554-A9D9-FD8AE5B8CC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31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杭州亚运会开幕式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373880" cy="4351338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9</a:t>
            </a:r>
            <a:r>
              <a:rPr lang="zh-CN" altLang="en-US" sz="2400" dirty="0" smtClean="0"/>
              <a:t>月</a:t>
            </a:r>
            <a:r>
              <a:rPr lang="en-US" altLang="zh-CN" sz="2400" dirty="0" smtClean="0"/>
              <a:t>23</a:t>
            </a:r>
            <a:r>
              <a:rPr lang="zh-CN" altLang="en-US" sz="2400" dirty="0" smtClean="0"/>
              <a:t>日晚，杭州亚运会开幕式在杭州奥体中心体育场“大莲花”盛大举行。</a:t>
            </a:r>
            <a:endParaRPr lang="en-US" altLang="zh-CN" sz="2400" dirty="0" smtClean="0"/>
          </a:p>
          <a:p>
            <a:r>
              <a:rPr lang="zh-CN" altLang="en-US" sz="2400" dirty="0" smtClean="0"/>
              <a:t>开幕式融入典型的中国、浙江及杭州符号与意象，借助高科技手段展现东方美学的独特魅力，以“绿色、智能、节俭、文明”的理念彰显了体育和文化融合的别样精彩。</a:t>
            </a:r>
            <a:endParaRPr lang="zh-CN" altLang="en-US" sz="2400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63463" y="1825625"/>
            <a:ext cx="6239351" cy="339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04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科技与艺术完美融合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钱塘潮涌“大莲花”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667059"/>
            <a:ext cx="5157787" cy="336062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smtClean="0"/>
              <a:t>3D</a:t>
            </a:r>
            <a:r>
              <a:rPr lang="zh-CN" altLang="en-US" dirty="0" smtClean="0"/>
              <a:t>双威亚与潮共舞</a:t>
            </a:r>
            <a:endParaRPr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19524"/>
            <a:ext cx="5183188" cy="325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44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“数字点火”历史首次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承载着全世界亿万人热情的“数字火炬手”跨越壮阔的钱塘江，来到杭州奥体中心体育场上空，奔向主火炬塔。</a:t>
            </a:r>
            <a:r>
              <a:rPr lang="en-US" altLang="zh-CN" sz="2400" dirty="0" smtClean="0"/>
              <a:t>19</a:t>
            </a:r>
            <a:r>
              <a:rPr lang="zh-CN" altLang="en-US" sz="2400" dirty="0" smtClean="0"/>
              <a:t>根机械柱缓缓立起，“数字火炬手”与现场最后一棒火炬手汪顺共同点燃主火炬塔。亚运史上首个“数实融合”点火仪式带给观众全新的体验。</a:t>
            </a:r>
            <a:endParaRPr lang="zh-CN" altLang="en-US" sz="2400" dirty="0"/>
          </a:p>
        </p:txBody>
      </p:sp>
      <p:pic>
        <p:nvPicPr>
          <p:cNvPr id="1026" name="Picture 2" descr="https://pics1.baidu.com/feed/faedab64034f78f01ac28cc7692ddc59b2191ce5.jpeg@f_auto?token=7444b56b4fb69496f19f45b290200d1a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8" r="9038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343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150</Words>
  <Application>Microsoft Office PowerPoint</Application>
  <PresentationFormat>宽屏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杭州亚运会开幕式</vt:lpstr>
      <vt:lpstr>科技与艺术完美融合</vt:lpstr>
      <vt:lpstr>“数字点火”历史首次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杭州亚运会开幕式</dc:title>
  <dc:creator>User</dc:creator>
  <cp:lastModifiedBy>xylina‘dell</cp:lastModifiedBy>
  <cp:revision>5</cp:revision>
  <dcterms:created xsi:type="dcterms:W3CDTF">2024-07-03T05:49:15Z</dcterms:created>
  <dcterms:modified xsi:type="dcterms:W3CDTF">2024-07-05T01:29:41Z</dcterms:modified>
</cp:coreProperties>
</file>